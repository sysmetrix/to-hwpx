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2"/>
    <p:sldId id="257" r:id="rId3"/>
  </p:sldIdLst>
</p:presentation>
</file>

<file path=ppt/_rels/presentation.xml.rels><?xml version="1.0" encoding="UTF-8" standalone="yes"?>
<Relationships xmlns="http://schemas.openxmlformats.org/package/2006/relationships">
  <Relationship Id="rId2" Type="http://schemas.openxmlformats.org/officeDocument/2006/relationships/slide" Target="slides/slide1.xml"/>
  <Relationship Id="rId3" Type="http://schemas.openxmlformats.org/officeDocument/2006/relationships/slide" Target="slides/slide2.xml"/>
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sp>
        <p:nvSpPr>
          <p:nvPr>
            <p:ph type="body" idx="1"/>
          </p:nvPr>
        </p:nvSpPr>
        <p:txBody>
          <a:p>
            <a:r>
              <a:t>골든 발표자 노트 확인용</a:t>
            </a:r>
          </a:p>
        </p:txBody>
      </p:sp>
    </p:spTree>
  </p:cSld>
</p:notes>
</file>

<file path=ppt/slides/_rels/slide1.xml.rels><?xml version="1.0" encoding="UTF-8" standalone="yes"?>
<Relationships xmlns="http://schemas.openxmlformats.org/package/2006/relationships">
  <Relationship Id="rIdImg1" Type="http://schemas.openxmlformats.org/officeDocument/2006/relationships/image" Target="../media/image1.png"/>
  <Relationship Id="rIdNotes1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nvPr>
            <p:ph type="title"/>
          </p:nvPr>
        </p:nvSpPr>
        <p:txBody>
          <a:p>
            <a:r>
              <a:t>PPTX 골든 테스트 제목 Alpha</a:t>
            </a:r>
          </a:p>
        </p:txBody>
      </p:sp>
      <p:sp>
        <p:nvSpPr>
          <p:nvPr>
            <p:ph type="body"/>
          </p:nvPr>
        </p:nvSpPr>
        <p:txBody>
          <a:p>
            <a:pPr lvl="0">
              <a:buNone/>
            </a:pPr>
            <a:r>
              <a:t>슬라이드 본문 문단입니다. 한글 English 특수문자 &amp; &lt; &gt; 포함</a:t>
            </a:r>
          </a:p>
          <a:p>
            <a:pPr lvl="0">
              <a:buChar char="-"/>
            </a:pPr>
            <a:r>
              <a:t>목록 항목 하나</a:t>
            </a:r>
          </a:p>
          <a:p>
            <a:pPr lvl="0">
              <a:buChar char="-"/>
            </a:pPr>
            <a:r>
              <a:t>목록 항목 English</a:t>
            </a:r>
          </a:p>
        </p:txBody>
      </p:sp>
      <p:pic>
        <p:nvPicPr>
          <p:cNvPr id="10" name="Picture 1" descr="골든 슬라이드 그림"/>
        </p:nvPicPr>
        <p:blipFill>
          <a:blip r:embed="rIdImg1"/>
        </p:blipFill>
        <p:spPr>
          <a:xfrm>
            <a:off x="0" y="0"/>
            <a:ext cx="914400" cy="914400"/>
          </a:xfrm>
        </p:spPr>
      </p:pic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nvPr>
            <p:ph type="title"/>
          </p:nvPr>
        </p:nvSpPr>
        <p:txBody>
          <a:p>
            <a:r>
              <a:t>두 번째 슬라이드 제목</a:t>
            </a:r>
          </a:p>
        </p:txBody>
      </p:sp>
      <p:sp>
        <p:nvSpPr>
          <p:nvPr>
            <p:ph type="body"/>
          </p:nvPr>
        </p:nvSpPr>
        <p:txBody>
          <a:p>
            <a:pPr lvl="0">
              <a:buNone/>
            </a:pPr>
            <a:r>
              <a:t>두 번째 슬라이드 본문</a:t>
            </a:r>
          </a:p>
        </p:txBody>
      </p:sp>
      <p:graphicFrame>
        <p:nvGraphicFramePr>
          <p:cNvPr id="20" name="Table 1"/>
        </p:nvGraphicFramePr>
        <p:xfrm>
          <a:off x="0" y="0"/>
          <a:ext cx="1500000" cy="750000"/>
        </p:xfrm>
        <a:graphic>
          <a:graphicData uri="http://schemas.openxmlformats.org/drawingml/2006/table">
            <a:tbl>
              <a:tblGrid>
                <a:gridCol w="500000"/>
                <a:gridCol w="500000"/>
                <a:gridCol w="500000"/>
              </a:tblGrid>
              <a:tr h="250000">
                <a:tc gridSpan="2">
                  <a:txBody>
                    <a:p>
                      <a:r>
                        <a:t>병합 헤더</a:t>
                      </a:r>
                    </a:p>
                  </a:txBody>
                </a:tc>
                <a:tc hMerge="1">
                  <a:txBody>
                    <a:p/>
                  </a:txBody>
                </a:tc>
                <a:tc>
                  <a:txBody>
                    <a:p>
                      <a:r>
                        <a:t>일반 헤더</a:t>
                      </a:r>
                    </a:p>
                  </a:txBody>
                </a:tc>
              </a:tr>
              <a:tr h="250000">
                <a:tc>
                  <a:txBody>
                    <a:p>
                      <a:r>
                        <a:t>값1</a:t>
                      </a:r>
                    </a:p>
                  </a:txBody>
                </a:tc>
                <a:tc rowSpan="2">
                  <a:txBody>
                    <a:p>
                      <a:r>
                        <a:t>세로병합값</a:t>
                      </a:r>
                    </a:p>
                  </a:txBody>
                </a:tc>
                <a:tc>
                  <a:txBody>
                    <a:p>
                      <a:r>
                        <a:t>값2</a:t>
                      </a:r>
                    </a:p>
                  </a:txBody>
                </a:tc>
              </a:tr>
              <a:tr h="250000">
                <a:tc>
                  <a:txBody>
                    <a:p>
                      <a:r>
                        <a:t>값3</a:t>
                      </a:r>
                    </a:p>
                  </a:txBody>
                </a:tc>
                <a:tc vMerge="1">
                  <a:txBody>
                    <a:p/>
                  </a:txBody>
                </a:tc>
                <a:tc>
                  <a:txBody>
                    <a:p>
                      <a:r>
                        <a:t>값4</a:t>
                      </a:r>
                    </a:p>
                  </a:txBody>
                </a:tc>
              </a:tr>
            </a:tbl>
          </a:graphicData>
        </a:graphic>
      </p:graphicFrame>
      <p:grpSp>
        <p:nvGrpSpPr>
          <p:cNvPr id="30" name="Group 1"/>
        </p:nvGrpSpPr>
        <p:grpSpPr/>
        <p:sp>
          <p:nvSpPr>
            <p:nvPr/>
          </p:nvSpPr>
          <p:txBody>
            <a:p>
              <a:r>
                <a:t>그룹 도형 안 텍스트 Gamma</a:t>
              </a:r>
            </a:p>
          </p:txBody>
        </p:sp>
      </p:grpSp>
    </p:spTree>
  </p:cSld>
</p:sld>
</file>