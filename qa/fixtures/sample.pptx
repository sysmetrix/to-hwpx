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PPTX 골든 테스트 제목 Alpha</a:t>
            </a:r>
          </a:p>
        </p:txBody>
      </p:sp>
      <p:sp>
        <p:nvSpPr>
          <p:nvPr>
            <p:ph type="body"/>
          </p:nvPr>
        </p:nvSpPr>
        <p:txBody>
          <a:p>
            <a:pPr lvl="0">
              <a:buNone/>
            </a:pPr>
            <a:r>
              <a:t>슬라이드 본문 문단입니다. 한글 English 특수문자 &amp; &lt; &gt; 포함</a:t>
            </a:r>
          </a:p>
          <a:p>
            <a:pPr lvl="0">
              <a:buChar char="-"/>
            </a:pPr>
            <a:r>
              <a:t>목록 항목 하나</a:t>
            </a:r>
          </a:p>
          <a:p>
            <a:pPr lvl="0">
              <a:buChar char="-"/>
            </a:pPr>
            <a:r>
              <a:t>목록 항목 English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두 번째 슬라이드 제목</a:t>
            </a:r>
          </a:p>
        </p:txBody>
      </p:sp>
      <p:sp>
        <p:nvSpPr>
          <p:nvPr>
            <p:ph type="body"/>
          </p:nvPr>
        </p:nvSpPr>
        <p:txBody>
          <a:p>
            <a:pPr lvl="0">
              <a:buNone/>
            </a:pPr>
            <a:r>
              <a:t>두 번째 슬라이드 본문</a:t>
            </a:r>
          </a:p>
        </p:txBody>
      </p:sp>
    </p:spTree>
  </p:cSld>
</p:sld>
</file>